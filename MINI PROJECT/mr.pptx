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BDF20-52D0-FF4B-C710-C6138E0CD3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1A77B7-FDED-EEC5-2772-A8FBD6CDF1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C935B-6CEB-A51E-CD8F-EE732BA0C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9A3D7-1315-4336-ABB5-D3E4DD6D457C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93492-E490-93FE-F6C4-D7EDA8958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5334A-5B44-A255-DA94-E914D3200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9030-E809-4EAD-BF27-2F229E80F9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455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7764E-6685-6947-B378-194F16E57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1CD6F-E8B6-9EBF-FC87-A929AEB44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488BA-70CA-ED71-F29C-B7E97A1D0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9A3D7-1315-4336-ABB5-D3E4DD6D457C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E48F7-92AF-03B9-FC75-FB95116EE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0040A-29B8-96FB-9781-2276CE858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9030-E809-4EAD-BF27-2F229E80F9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89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71A74-3C1F-A5D2-AA6A-DE603E6A7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C3D6D7-5C56-7A5C-E7D4-164C0B97C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6ED92-A560-7BAE-6FB6-F9A4FC1A1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9A3D7-1315-4336-ABB5-D3E4DD6D457C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BC5A4-A5BD-D072-AF44-D559E38F2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36813-D6A0-2FDF-B054-E5BCD15C4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9030-E809-4EAD-BF27-2F229E80F9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844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7ADBF-25DE-15FB-FC4F-7A571198C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9E10C-DA8C-A127-C41A-0B8BA6A637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B5C69-E406-EF64-467F-C95AF96F7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95BC1-E1EE-C571-E37E-54482E5E5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9A3D7-1315-4336-ABB5-D3E4DD6D457C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8474D-BA88-FDCE-3428-1B1ECCEA0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FF3EF2-0E03-AE5F-EFC6-F0CDA0AB9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9030-E809-4EAD-BF27-2F229E80F9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542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71284-DF96-3470-5F56-E49D3A303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EDF72-EF6C-F4CD-4870-DCDE2949D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9442E0-667C-62B1-D8CC-178E579E32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18F14B-F3DE-5FF5-A431-5A2A62B2AA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E752FC-18AF-9E5E-3EFB-8714E70E2A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D1B2A9-D7C8-52A0-0B5F-0DF61442A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9A3D7-1315-4336-ABB5-D3E4DD6D457C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01980A-26D7-F316-0087-8998018DA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F3DCB6-D1D7-A057-5862-6FEBA745B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9030-E809-4EAD-BF27-2F229E80F9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205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02828-A3F5-0DB5-BF63-609563188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045811-1B0D-700A-B543-B8DDC7372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9A3D7-1315-4336-ABB5-D3E4DD6D457C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059E64-BEE6-E9FB-BE4C-BF0DFAB2D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05B10-9E52-F01C-A726-224B6C27F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9030-E809-4EAD-BF27-2F229E80F9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941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D1C181-D15F-16E0-024B-9FA0DF4F0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9A3D7-1315-4336-ABB5-D3E4DD6D457C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3F905C-B674-DC41-E3C6-CBBC88C56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E2E97-E95A-6F36-6A74-C414091D4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9030-E809-4EAD-BF27-2F229E80F9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864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0E9EC-4DE9-5AB2-49BC-3BE6F537B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3B10D-ADC7-A81D-0D23-6FBEFC17C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63E2B5-25A2-2698-956C-4A479A0C34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C1C683-E655-0E4E-F8F2-CB3801527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9A3D7-1315-4336-ABB5-D3E4DD6D457C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0CD116-8643-26BA-AA3C-5F04BE4DA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14C7D-85C4-9003-4108-63EBE27FB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9030-E809-4EAD-BF27-2F229E80F9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1714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E5A63-4C35-6B44-A1FC-BC1810D3F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D64051-FBC2-F531-EC35-81CDD093D7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E983F0-6388-6E10-3DBD-E2224B96AD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09875-617F-78CB-6A58-C1609CFC9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9A3D7-1315-4336-ABB5-D3E4DD6D457C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2AB9BA-CAEE-0870-03BE-F253046A7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DECC9-92AF-FC9B-8F02-1821C9445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9030-E809-4EAD-BF27-2F229E80F9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150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02399-A82E-1FD2-CD9E-0D3C88373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D754A1-A527-5839-F4F5-D4B37C434F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B27D4-C824-4381-C195-CB4393692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9A3D7-1315-4336-ABB5-D3E4DD6D457C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053E0-4A38-FDB3-3677-05C37222C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D6CF9-F70C-7BAB-F9EB-E00181353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9030-E809-4EAD-BF27-2F229E80F9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020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CC71D2-F3E5-9752-D3EC-EADF3BB57A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23C7E7-2329-998F-6174-CCDCEFD2A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325D1-3ECB-62BC-0F64-E4C778F62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9A3D7-1315-4336-ABB5-D3E4DD6D457C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CE2F3-8665-8C6D-0FA7-AE78A636A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0ED0F-93AF-5A81-5C31-34A7A7F53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9030-E809-4EAD-BF27-2F229E80F9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324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972AB-A2CB-FFCD-83D3-579BD6480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B906E-F928-531B-833F-F7B0543EE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EA539-8221-047C-FCED-E4FD574554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A9A3D7-1315-4336-ABB5-D3E4DD6D457C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572DB-1123-887F-39A9-B2F9DFFD08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4908E-6DFE-4D6D-3665-7F8FFF1D34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1E9030-E809-4EAD-BF27-2F229E80F9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84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AA1E34B-B6ED-F73A-873B-F290C96A4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94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770EFB4-F5B5-2105-C500-BA6FA1856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941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495207-DFE7-05C2-B4AB-1C86B8CAD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772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7F4181-CA60-925B-FC6F-1B4ED2B42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283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8F75A9-8CE6-7C8F-8040-AFE0A7EF1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494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F83F39-055D-7DEF-E0C3-0362D2E74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047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06C8E2-78DD-BCA9-6E4F-8D2E55766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161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18DF37-5AEE-16AF-EBC3-15531EA1E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301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D0E799-4CEF-6571-9600-9BBD2A9CB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406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C3B4A9-E962-0D98-4352-31DEA2DC2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94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269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C5D3887-3B88-4E6D-3B68-600C8659C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137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42ABFA-B2F4-FE9A-A119-AA6D0B62C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637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D9763F7-7BA9-410C-941C-AFF3BBBB6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074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C295B1B-7820-D6E0-07C9-6E3F42AD4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2712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973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E2176A-94A1-DC74-9875-098DC6B0C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60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Madwika Nisankam</dc:creator>
  <cp:lastModifiedBy>Pravalika Sri</cp:lastModifiedBy>
  <cp:revision>1</cp:revision>
  <dcterms:created xsi:type="dcterms:W3CDTF">2025-12-30T13:44:47Z</dcterms:created>
  <dcterms:modified xsi:type="dcterms:W3CDTF">2026-01-03T10:07:58Z</dcterms:modified>
</cp:coreProperties>
</file>